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TP1 — Internet des Objets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MQTT + InfluxDB + Grafana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57200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</a:rPr>
              <a:t>Étudiant 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KOUADIO KOUASSI HIPOLITE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Formation : </a:t>
            </a:r>
            <a:pPr indent="0" marL="0">
              <a:buNone/>
            </a:pPr>
            <a:r>
              <a:rPr lang="en-US" sz="1500" dirty="0">
                <a:solidFill>
                  <a:srgbClr val="CFD8DC"/>
                </a:solidFill>
              </a:rPr>
              <a:t>Master 1 BD&amp;GL — UFHB Abidjan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</a:rPr>
              <a:t>Enseignant : </a:t>
            </a:r>
            <a:pPr indent="0" marL="0">
              <a:buNone/>
            </a:pPr>
            <a:r>
              <a:rPr lang="en-US" sz="1500" dirty="0">
                <a:solidFill>
                  <a:srgbClr val="CFD8DC"/>
                </a:solidFill>
              </a:rPr>
              <a:t>Dr. INGNGOLO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GitHub : </a:t>
            </a:r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</a:rPr>
              <a:t>github.com/ichmochtegrosse-cell/tp1-iot-abidjan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7D8B"/>
                </a:solidFill>
              </a:rPr>
              <a:t>Avril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71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ESP32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(Wokwi)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39112" y="1371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9112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HiveMQ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(MQTT)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58184" y="1371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8184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Telegraf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(Agent)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77256" y="1371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CE4EC"/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77256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InfluxDB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(TSDB)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96328" y="1371600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1371600"/>
            <a:ext cx="1463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Grafana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</a:rPr>
              <a:t>(Dashboard)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19656" y="1783080"/>
            <a:ext cx="1828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38728" y="1783080"/>
            <a:ext cx="1828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83080"/>
            <a:ext cx="1828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76872" y="1783080"/>
            <a:ext cx="182880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Capteur DHT22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GPIO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39112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broker.hivemq.com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Port 1883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58184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Input MQTT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Output InfluxDB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77256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Bucket raw_7d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7 jours rétention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96328" y="2286000"/>
            <a:ext cx="14630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3 panels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Temps réel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</a:rPr>
              <a:t>Détails des services déployés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8412480" cy="150876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56692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Mosquitto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1883/9001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Broker MQTT local (backup)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Telegraf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Agent : collecte MQTT → InfluxDB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InfluxDB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8086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TSDB : raw_7d bucket (168h rétention)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Grafana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Dashboard : 3 panels temps réel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Docker Compose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2057400" cy="292608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🦟 Mosquitto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057400" cy="3657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 MQTT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 1883 &amp; 9001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WebSockets activés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anonymous: true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57400" cy="2926080"/>
          </a:xfrm>
          <a:prstGeom prst="rect">
            <a:avLst/>
          </a:prstGeom>
          <a:solidFill>
            <a:srgbClr val="FCE4EC"/>
          </a:solidFill>
          <a:ln w="25400">
            <a:solidFill>
              <a:srgbClr val="E91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📊 InfluxDB 2.7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2057400" cy="36576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5448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TSDB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8086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Org: UFHB-IoT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Bucket: raw_7d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2057400" cy="2926080"/>
          </a:xfrm>
          <a:prstGeom prst="rect">
            <a:avLst/>
          </a:prstGeom>
          <a:solidFill>
            <a:srgbClr val="FFF8E1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⚡ Telegraf 1.28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2057400" cy="36576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5448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collector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MQTT HiveMQ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InfluxDB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 10s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960120"/>
            <a:ext cx="2057400" cy="2926080"/>
          </a:xfrm>
          <a:prstGeom prst="rect">
            <a:avLst/>
          </a:prstGeom>
          <a:solidFill>
            <a:srgbClr val="F3E5F5"/>
          </a:solidFill>
          <a:ln w="25400">
            <a:solidFill>
              <a:srgbClr val="9C27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0058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📈 Grafana 10.0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95160" y="1463040"/>
            <a:ext cx="2057400" cy="36576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55448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3000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admin/ufhb2024!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DataSource: Flux QL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Commande : docker compose up -d  |  Vérification : docker compose ps  →  4 conteneurs RUNNING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ESP32 — Wokwi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Circuit Wokwi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749040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ESP32 DevKit V1
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Capteur DHT22 → GPIO 4
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VCC → 3.3V
</a:t>
            </a:r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GND → GND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WiFi: Wokwi-GUEST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 MQTT: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iot/CI/abidjan/cocody/env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 Line Protocol: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environment,location=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cocody,device_id=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ESP32_001,sensor=DHT22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temperature=28.5,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humidity=65.0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96012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960120"/>
            <a:ext cx="4389120" cy="41148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Flux de données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63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444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ESP32 lit DHT22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Temp + Humidité toutes les 30s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12140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Publication MQTT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350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broker.hivemq.com:1883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779776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7797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7614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Telegraf collecte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0083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Input MQTT → parse influx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438144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381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4198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InfluxDB stocke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6667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Bucket raw_7d, rétention 7j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4096512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096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78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</a:rPr>
              <a:t>Grafana affiche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4325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Dashboard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Flux QL — InfluxDB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960120"/>
            <a:ext cx="2743200" cy="1920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R1 — last() — Dernière valeur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" y="1417320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from(bucket:"raw_7d")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range(start:-1h)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last()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920240"/>
          </a:xfrm>
          <a:prstGeom prst="rect">
            <a:avLst/>
          </a:prstGeom>
          <a:solidFill>
            <a:srgbClr val="E8F5E9"/>
          </a:solidFill>
          <a:ln w="19050">
            <a:solidFill>
              <a:srgbClr val="43A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R2 — aggregateWindow — Moy/h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3552" y="1417320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from(bucket:"raw_7d")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range(start:-24h)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aggregateWindow(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every:1h, fn:mean)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9202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4114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960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R3 — filter() — Alertes &gt;32°C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5352" y="1417320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from(bucket:"raw_7d")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range(start:-30m)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filter(fn:(r)=&gt;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r._value &gt; 32.0)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2743200" cy="1920240"/>
          </a:xfrm>
          <a:prstGeom prst="rect">
            <a:avLst/>
          </a:prstGeom>
          <a:solidFill>
            <a:srgbClr val="FCE4EC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63240"/>
            <a:ext cx="2743200" cy="4114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R4 — pivot() — Restructuration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" y="3520440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from(bucket:"raw_7d")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range(start:-6h)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|&gt; pivot(rowKey:["_time"],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columnKey:["_field"])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743200" cy="1920240"/>
          </a:xfrm>
          <a:prstGeom prst="rect">
            <a:avLst/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R5 — union() — Statistiques 24h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73552" y="3520440"/>
            <a:ext cx="25968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union(tables:[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data|&gt;min(),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data|&gt;max(),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data|&gt;mean()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4663440"/>
            <a:ext cx="8686800" cy="365760"/>
          </a:xfrm>
          <a:prstGeom prst="rect">
            <a:avLst/>
          </a:prstGeom>
          <a:solidFill>
            <a:srgbClr val="43A047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R1-R2-R4-R5 : données affichées   |   ✅ R3 : aucun résultat = aucune alerte (comportement correct)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FF572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1069848"/>
            <a:ext cx="27432" cy="4937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❌ macOS 12 incompatible avec Docker Desktop récent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✅ Installation de Docker Desktop 4.15 (version compatible macOS 12 Monterey)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55648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865376"/>
            <a:ext cx="27432" cy="4937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801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❌ Wokwi ne peut pas accéder à l'IP locale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12140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✅ Utilisation du broker public HiveMQ (broker.hivemq.com:1883) comme passerelle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5117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60120" y="2660904"/>
            <a:ext cx="27432" cy="4937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596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❌ Capteur DHT22 retourne des valeurs NaN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91693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✅ Gestion isnan() dans le code Arduino pour remplacer par des valeurs de secours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4670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" y="3456432"/>
            <a:ext cx="27432" cy="4937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392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❌ Token InfluxDB expiré — erreur 401 Unauthorized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371246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✅ Génération d'un nouveau token All Access dans l'interface InfluxDB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4223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60120" y="4251960"/>
            <a:ext cx="27432" cy="49377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187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❌ Conflit GitHub (README déjà existant)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50799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✅ Résolution via git pull --allow-unrelated-histories puis git push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Livrables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6576"/>
          </a:xfrm>
          <a:prstGeom prst="rect">
            <a:avLst/>
          </a:prstGeom>
          <a:solidFill>
            <a:srgbClr val="00BCD4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5669280"/>
                <a:gridCol w="16459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Livrable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4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Stack Docker Compose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✅ Fait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4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Simulation Wokwi ESP32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✅ Fait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6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5 Requêtes Flux QL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✅ Fait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4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Dashboard Grafana (3 panels)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✅ Fait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2 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README + GitHub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8DC"/>
                          </a:solidFill>
                        </a:rPr>
                        <a:t>✅ Fait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5A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4747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📁 Dépôt GitHub : </a:t>
            </a:r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github.com/ichmochtegrosse-cell/tp1-iot-abidjan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KOUADIO KOUASSI HIPOLITE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7D8B"/>
                </a:solidFill>
              </a:rPr>
              <a:t>Master 1 BD&amp;GL — UFHB Abidjan — Avril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TP1 IoT — Stack MQTT + InfluxDB + Grafana</dc:title>
  <dc:subject>PptxGenJS Presentation</dc:subject>
  <dc:creator>KOUADIO KOUASSI HIPOLITE</dc:creator>
  <cp:lastModifiedBy>KOUADIO KOUASSI HIPOLITE</cp:lastModifiedBy>
  <cp:revision>1</cp:revision>
  <dcterms:created xsi:type="dcterms:W3CDTF">2026-04-22T11:49:58Z</dcterms:created>
  <dcterms:modified xsi:type="dcterms:W3CDTF">2026-04-22T11:49:58Z</dcterms:modified>
</cp:coreProperties>
</file>